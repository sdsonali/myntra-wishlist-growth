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Closing the Wishlist Confidence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12801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FFFFFF"/>
                </a:solidFill>
                <a:latin typeface="Calibri"/>
              </a:rPr>
              <a:t>Improving Wishlist-to-Purchase Conversion on Myntra — without discounts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Product Manager, Growth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Re-engagement is not the bottleneck — decision confidence is the lever that moves WPCR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North star (WPCR): % of users who purchase ≥1 wishlisted item within 30 days of adding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2743200" cy="1554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1. Re-engagement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% of wishlisted items revisited in 30 days</a:t>
            </a:r>
          </a:p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4630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B85C3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536192"/>
            <a:ext cx="2743200" cy="1554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2. Decision confidence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FFFFFF"/>
                </a:solidFill>
                <a:latin typeface="Calibri"/>
              </a:rPr>
              <a:t>% of revisited items where fit / quality / comparison doubt is resolved</a:t>
            </a:r>
          </a:p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PRIMARY LEVER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630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536192"/>
            <a:ext cx="2743200" cy="1554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3. Cart conversion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% of "resolved" items added to cart</a:t>
            </a:r>
          </a:p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14630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536192"/>
            <a:ext cx="2743200" cy="1554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4. Checkout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% of cart items purchased</a:t>
            </a:r>
          </a:p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Segmentation lens (labels, not colour alone)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11430000" cy="12801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 Bookmarkers (mood-board) vs Genuine Intenders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 Ethnic / occasion wear (fit-sensitive, high AOV) vs basics (fit-agnostic, low AOV)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 Price-waiters (out of scope — no monetary levers) vs confidence-blocked (in scope)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98348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Callout: target shoppers already visit 2–4×/month, so stage 1 is not the gap. Wishlisted demand dies at stage 2 — doubt is not resolved in-app, so cart and checkout never get a chance.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AI discovery: quality is the loudest complaint; fit is real; price exists but is out of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Workflow: Play Store + App Store + YouTube (n=550 tagged reviews) → LLM theme clustering → tagging → mention share. Reviews complain about received products; they under-index silent wishlist freeze — primary research fills that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6916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ctr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45920"/>
            <a:ext cx="3200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79" y="16002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1645920"/>
            <a:ext cx="16916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ctr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1645920"/>
            <a:ext cx="3200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8" y="16002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8" y="1645920"/>
            <a:ext cx="16916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ctr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998" y="1645920"/>
            <a:ext cx="3200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17" y="1600200"/>
            <a:ext cx="1691640" cy="5029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17" y="1645920"/>
            <a:ext cx="1691640" cy="4114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ctr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Quantify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286000"/>
            <a:ext cx="7680960" cy="3200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Top opportunity areas (mention share)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651760"/>
            <a:ext cx="7772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Quality / authenticity doubt (incl. fabric, finish)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697480"/>
            <a:ext cx="100584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47.8%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97480"/>
            <a:ext cx="160020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IN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163824"/>
            <a:ext cx="7772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09544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Price change / deal-waiting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209544"/>
            <a:ext cx="100584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13.9%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09544"/>
            <a:ext cx="160020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4A4A4A"/>
                </a:solidFill>
                <a:latin typeface="Calibri"/>
              </a:rPr>
              <a:t>OUT OF SCOPE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675888"/>
            <a:ext cx="7772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21608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Fit / size uncertainty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721608"/>
            <a:ext cx="100584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13.0%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721608"/>
            <a:ext cx="160020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IN SCOPE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187952"/>
            <a:ext cx="7772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Found an alternative (comparison)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233672"/>
            <a:ext cx="100584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5.2%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233672"/>
            <a:ext cx="160020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IN SCOPE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700016"/>
            <a:ext cx="7772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45736"/>
            <a:ext cx="493776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Occasion mismatch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745736"/>
            <a:ext cx="100584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2.6%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45736"/>
            <a:ext cx="1600200" cy="38404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IN SCOPE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66760" y="2651760"/>
            <a:ext cx="34290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788920"/>
            <a:ext cx="3246120" cy="3108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How to read this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Quality is the loudest public complaint. Fit and comparison are smaller in review text but real. Price is present — we still cannot use monetary levers.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Also tagged: comparison 11.8%, external research 10.5% of the corpus.</a:t>
            </a:r>
          </a:p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Open AI Discovery Engine (add public URL in generate_deck.py LINKS)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Pilot (n=10): “Probably” buyers leave the app to decide — no in-app way to resolve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Pilot Google Form, n=10 (one named item each). Target we designed for: 24–30, Tier 1–2, 2–4×/month, 5+ wishlist, dormant 2+ weeks. Named items: 4/10 ethnic/occasion (Rakhi dress, wedding dress, kurta set, kurta); also sneakers, heels, shirts, cosmetics, 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577840" cy="2377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Main blocker (self-reported)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Price / budget — 3/10 (out of scope)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Comparison paralysis — 2/10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Quality doubt — 2/10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Occasion / style fit — 2/10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• Fit doubt — 1/10</a:t>
            </a:r>
          </a:p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222222"/>
                </a:solidFill>
                <a:latin typeface="Calibri"/>
              </a:rPr>
              <a:t>Combined confidence blockers 7/10 once price is set aside.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91640"/>
            <a:ext cx="5669280" cy="3108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Purchase intent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6/10 said “Probably” — stuck in ambiguity, neither committed nor abandoned. That is the target zone.</a:t>
            </a:r>
          </a:p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Outside the app — 10/10 did at least one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Compare prices 6/10 · visit a store 6/10 · Instagram 3/10 · friends/family 3/10 · Google/YouTube 3/10. The app is a save, not a decision environment.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What would unstick them: 7/10 wanted reviews/photos from similar buyers. Coping: order two and keep the fit; size-chart then exchange; leave it until payday.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02920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Caveat: n=10 is directional, not powered. Screener was leaky — Q2/Q3 blank for 7/10; one respondent shops Rarely. Counts illustrate themes, not population rates. Research decision: pursue the 7/10 confidence cluster, not the 3/10 price-waiters.</a:t>
            </a:r>
          </a:p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Open screening survey (Google Form) (add public URL in generate_deck.py LINKS)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The gap is in-app confidence at reconsideration — not lack of desire to 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10515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Segment: 24–30, Tier 1–2, 2–4×/month, impulsive savers with 5+ items sitting 2+ weeks, “Probably” intent, especially ethnic/occasion and fashion-forward (not basics). Product outcome: Decision Confidence Rate (funnel stage 2) on those SKUs.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Root cause: after an impulsive save there is no in-app way, at revisit, to resolve fit, quality/authenticity (fabric, threadwork vs photo), comparison across similar saved options, or occasion-fit. Users leave; most never complete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43000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Workarounds today: order multiple sizes and return extras; screenshot to friends; visit stores; read size-chart threads off-app.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User value: less anxiety, fewer return hassles, faster confident decisions on high-stakes occasion buys.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Business value: ethnic/occasion AOV is higher than basics, so a modest confidence lift moves more GMV from demand already on the wishlist — no acquisition, no discount. If answers are grounded, returns and fit tickets can fall (guardrail: false confidence must not raise returns).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How the argument was built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86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210312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Business metric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WPCR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886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977639"/>
            <a:ext cx="210312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Product outcomes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Stage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886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977639"/>
            <a:ext cx="210312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AI discovery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Fit / quality / compare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886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977639"/>
            <a:ext cx="210312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Primary research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Ethnic + Probably + leave-app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886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3977639"/>
            <a:ext cx="2103120" cy="1234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Problem definition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In-app confidence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Ethnic-wear decision confidence is the lever that fits the data and the no-discount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Largest combined blocker we are allowed to solve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Pilot: confidence cluster 7/10 vs price 3/10. Discovery: quality 47.8% + fit 13% of blocker mentions. Ethnic/forward pieces are less “safe” than basics (fit + threadwork/fabric vs photo).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21408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1115568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No margin giveaway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Confidence tools do not require discounts — they match the “no monetary incentives”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45536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18688"/>
            <a:ext cx="1115568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Instrumentable stage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Maps directly to Decision Confidence Rate on the WPCR funnel (slide 2), so we can measure the product outcome we claim to move.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69664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42816"/>
            <a:ext cx="1115568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Data already exists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Reviews, return-reason text, and size-chart data can power the MVP. We do not need a new data-collection program to ship a first version.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19379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266944"/>
            <a:ext cx="1115568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Why ethnic/forward, not basics or price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Basics are lower AOV and lower uncertainty — users already “just order.” Price-waiters are real (salary, sale) but forbidden by the brief. Bookmarking is not purchase intent.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MVP: an AI layer inside the wishlist that answers fit, quality, and comparison without leaving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Fit &amp; Confidence Assistant — not a new destination; it sits on the existing wishlist.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667512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Confidence score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e.g. “87% of similar buyers say true to size,” from aggregated review / return-reason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21992"/>
            <a:ext cx="667512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Ask-a-question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Grounded answers on fit, fabric/threadwork vs photo, and occasion — replaces Google, Instagram, and WhatsApp-a-friend.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26664"/>
            <a:ext cx="667512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Personalized fit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Cross-reference the user’s past order / fit feedback on similar cuts or brands when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31336"/>
            <a:ext cx="667512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Comparison assist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If 2–3 similar items are saved, a tight side-by-side to break comparison paralysis.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17320"/>
            <a:ext cx="44805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508760"/>
            <a:ext cx="420624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4A4A4A"/>
                </a:solidFill>
                <a:latin typeface="Calibri"/>
              </a:rPr>
              <a:t>Wishlist · mockup (prototype)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965960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057400"/>
            <a:ext cx="3840480" cy="8686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Kurta set · occasion wear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FFFFFF"/>
                </a:solidFill>
                <a:latin typeface="Calibri"/>
              </a:rPr>
              <a:t>Saved 3 weeks ago · intent: Probably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154680"/>
            <a:ext cx="4023360" cy="777240"/>
          </a:xfrm>
          <a:prstGeom prst="roundRect">
            <a:avLst>
              <a:gd name="adj" fmla="val 8000"/>
            </a:avLst>
          </a:prstGeom>
          <a:solidFill>
            <a:srgbClr val="B8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3218688"/>
            <a:ext cx="3840480" cy="68580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FFFFFF"/>
                </a:solidFill>
                <a:latin typeface="Calibri"/>
              </a:rPr>
              <a:t>Confidence 87%  ·  true to size (labelled)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023360"/>
            <a:ext cx="4023360" cy="137160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Ask: Will this work for a daytime wedding?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Answer grounded in reviews + similar-buyer fit notes. Provenance shown, not a black-box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Open deployed Fit &amp; Confidence Assistant (Tab 2) (add public URL in generate_deck.py LINKS)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WPCR is the north star; we watch whether doubt is resolved — and that we do not inflate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210312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North 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124712"/>
            <a:ext cx="329184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WPCR (30-day wishlist-to-purchase)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124712"/>
            <a:ext cx="566928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Stage 4 outcome of the funnel (slide 2). Lagging, but the business result we owe.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920240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210312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Leading ·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993392"/>
            <a:ext cx="329184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Fit &amp; Confidence Assistant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93392"/>
            <a:ext cx="566928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% of wishlist visits that use the tool. If unused, we cannot move stage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88920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62072"/>
            <a:ext cx="210312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Leading ·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862072"/>
            <a:ext cx="329184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Decision confidence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862072"/>
            <a:ext cx="566928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% of interactions ending in add-to-cart or a “this helped” signal. Checks we resolve doubt, not just get clicks. Ties to slide 4 “Probably” zone.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210312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Guardrail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730752"/>
            <a:ext cx="329184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Return rate must not 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30752"/>
            <a:ext cx="566928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False confidence would show up as more returns — the opposite of the user-value case.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26280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9432"/>
            <a:ext cx="210312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599432"/>
            <a:ext cx="329184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Wishlist add rate must not 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599432"/>
            <a:ext cx="566928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The tool must not punish browsing/saving. Bookmarkers can still bookmark.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94960"/>
            <a:ext cx="114300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68112"/>
            <a:ext cx="210312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B85C38"/>
                </a:solidFill>
                <a:latin typeface="Calibri"/>
              </a:rPr>
              <a:t>Guardrail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468112"/>
            <a:ext cx="329184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Fit-related support / contact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468112"/>
            <a:ext cx="5669280" cy="658368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Expected to fall if in-app answers replace tickets and WhatsApp workarounds (slide 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We de-risk cold start, hallucination, trust, hiding, and comparison overload before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7899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402336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Cold start on new / low-review ethnic SKUs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52144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Fallback to brand-level size charts + community Q&amp;A. Say “insufficient item-level evidence” instead of inventing a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8483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57984"/>
            <a:ext cx="402336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AI hallucination on fit /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57984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Ground strictly in review and return text. Show provenance. Use confidence caveats, never absolute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9067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402336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Low trust in AI-only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63824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Surface real user reviews beside the summary — not instead of them. Label model output as a synthesis.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9651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69664"/>
            <a:ext cx="402336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Low discoverability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69664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Embed at the point of hesitation inside the wishlist row, not a separate hub or after-checkout module.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02352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75504"/>
            <a:ext cx="402336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Comparison increases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175504"/>
            <a:ext cx="6949440" cy="8229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Cap at the top 2–3 similar wishlisted items. No open-ended catalogue compare.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Resolve fit, quality, and comparison doubt at hesitation to lift ethnic-wear WPCR without touching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201168"/>
            <a:ext cx="914400" cy="36576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r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32688"/>
            <a:ext cx="11430000" cy="19050"/>
          </a:xfrm>
          <a:prstGeom prst="rect">
            <a:avLst/>
          </a:prstGeom>
          <a:solidFill>
            <a:srgbClr val="C8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114300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178308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One-line recap</a:t>
            </a:r>
          </a:p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222222"/>
                </a:solidFill>
                <a:latin typeface="Calibri"/>
              </a:rPr>
              <a:t>By resolving fit, quality (including online vs real fabric/threadwork), and comparison at the moment of hesitation on high-AOV ethnic/fashion-forward wishlist items — validated by discovery (quality+fit) and the n=10 pilot (7/10 confidence, 6/10 Probably, 10/10 leave-app) — we lift decision-confidence rate and thus WPCR, without touching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11430000" cy="237744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E3A5F"/>
                </a:solidFill>
                <a:latin typeface="Calibri"/>
              </a:rPr>
              <a:t>Supporting artefacts (must be viewable logged out)</a:t>
            </a:r>
          </a:p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AI Discovery Engine (add public URL in generate_deck.py LINKS)</a:t>
            </a:r>
          </a:p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Deployed MVP — Fit &amp; Confidence Assistant (add public URL in generate_deck.py LINKS)</a:t>
            </a:r>
          </a:p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Primary-research screening survey (add public URL in generate_deck.py LINKS)</a:t>
            </a:r>
          </a:p>
          <a:p>
            <a:pPr algn="l">
              <a:spcAft>
                <a:spcPts val="400"/>
              </a:spcAft>
            </a:pPr>
            <a:r>
              <a:rPr sz="1400" b="0" i="1" u="none">
                <a:solidFill>
                  <a:srgbClr val="4A4A4A"/>
                </a:solidFill>
                <a:latin typeface="Calibri"/>
              </a:rPr>
              <a:t>Export this deck to PDF for submission if the course asks for a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noFill/>
        </p:spPr>
        <p:txBody>
          <a:bodyPr wrap="square" lIns="73152" rIns="73152" tIns="36576" bIns="36576" anchor="t"/>
          <a:lstStyle/>
          <a:p>
            <a:pPr algn="l">
              <a:spcAft>
                <a:spcPts val="400"/>
              </a:spcAft>
            </a:pPr>
            <a:r>
              <a:rPr sz="1400" b="0" i="0" u="none">
                <a:solidFill>
                  <a:srgbClr val="4A4A4A"/>
                </a:solidFill>
                <a:latin typeface="Calibri"/>
              </a:rPr>
              <a:t>Product Manager, Growth Team  ·  no monetary incentives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